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1920"/>
            <a:ext cx="12191695" cy="54864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82880" cy="393192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82296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C0"/>
                </a:solidFill>
                <a:latin typeface="Calibri"/>
              </a:rPr>
              <a:t>CONCEPTS AND FORMALISM  ·  THE PAPER, IN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280160"/>
            <a:ext cx="9573493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Models as parametric kernels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971800"/>
            <a:ext cx="155448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154680"/>
            <a:ext cx="9041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A definition, an order, an operator and a polynomial — and what MAYA 0.3.0 implements of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43400"/>
            <a:ext cx="53186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C1C1E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A51C30"/>
                </a:solidFill>
                <a:latin typeface="Calibri"/>
              </a:rPr>
              <a:t>September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MAYA 0.3.0 · specification revision 2.3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4080" y="4297680"/>
            <a:ext cx="468037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A51C30"/>
                </a:solidFill>
                <a:latin typeface="Calibri"/>
              </a:rPr>
              <a:t>IN THIS DECK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1   </a:t>
            </a:r>
            <a:r>
              <a:rPr sz="1200" b="0">
                <a:solidFill>
                  <a:srgbClr val="4A4F57"/>
                </a:solidFill>
                <a:latin typeface="Calibri"/>
              </a:rPr>
              <a:t>Declared facts, and why they rot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2   </a:t>
            </a:r>
            <a:r>
              <a:rPr sz="1200" b="0">
                <a:solidFill>
                  <a:srgbClr val="4A4F57"/>
                </a:solidFill>
                <a:latin typeface="Calibri"/>
              </a:rPr>
              <a:t>The kernel and its parameter object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3   </a:t>
            </a:r>
            <a:r>
              <a:rPr sz="1200" b="0">
                <a:solidFill>
                  <a:srgbClr val="4A4F57"/>
                </a:solidFill>
                <a:latin typeface="Calibri"/>
              </a:rPr>
              <a:t>One order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4   </a:t>
            </a:r>
            <a:r>
              <a:rPr sz="1200" b="0">
                <a:solidFill>
                  <a:srgbClr val="4A4F57"/>
                </a:solidFill>
                <a:latin typeface="Calibri"/>
              </a:rPr>
              <a:t>One operator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5   </a:t>
            </a:r>
            <a:r>
              <a:rPr sz="1200" b="0">
                <a:solidFill>
                  <a:srgbClr val="4A4F57"/>
                </a:solidFill>
                <a:latin typeface="Calibri"/>
              </a:rPr>
              <a:t>One polynomial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6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must still be declared, and where automation belongs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Concepts and Formalism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DIAGNOSIS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Four facts that are usually typed in, and rot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Concepts and Formalism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 paper's thesis: each is a fact about structure recorded as a fact about opinion, and each can be derived — by a definition, an order, an operator and a polynomial.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2535859" cy="4291457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807591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Kind is declared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156079"/>
            <a:ext cx="2170099" cy="3394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“ML model”, “pricer”, “other” — and a closed-form pricer is asked for its training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7691" y="1386967"/>
            <a:ext cx="2535859" cy="4291457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7691" y="1386967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0571" y="1551559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0571" y="1807591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Fit is declared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60571" y="2156079"/>
            <a:ext cx="2170099" cy="3394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“This may replace that”, “this feature set serves that model”: four code paths for one relation.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86967"/>
            <a:ext cx="2535859" cy="4291457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51559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807591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Currency is declared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413127"/>
            <a:ext cx="2170099" cy="3137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What a training row could have known is written into a query, and never checked.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78595" y="1386967"/>
            <a:ext cx="2535859" cy="4291457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78595" y="1386967"/>
            <a:ext cx="25358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61475" y="1551559"/>
            <a:ext cx="21700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1475" y="1807591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Support is declared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61475" y="2413127"/>
            <a:ext cx="2170099" cy="3137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Prose records that a version was validated; nothing computes what the conclusion rests 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TO READ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Every construction carries its status in MAYA 0.3.0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Concepts and Formalism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 previous build carried twenty-one laws in tests/test_laws.py. That file did not survive the rebuild of September 2026, and none of its laws is claimed here. A law that is stated and not executed prevents nothing.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132251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1992"/>
                <a:gridCol w="8455222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Mark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module implements it and a named test exercises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narrower form is implemented; the slide says which part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Not implemented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Stated and argued in the paper; nothing in MAYA 0.3.0 executes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The kernel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A model is a morphism of Para(Stoch): a parameter object P and a kernel f : P ⊗ X → Y. Training is one way of inhabiting P, not part of being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definition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Trainability from how P is inhabited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Points of P, and what a version 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A model is a machine with dials, kept separate from the machinery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22705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22705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5857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In 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34769"/>
            <a:ext cx="5135727" cy="4410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(P, f) with f : P ⊗ X → 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X is the input object, Y the output, P the parameter object; f may be stochastic.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Composition accumulates parameters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(P, f) then (Q, g) has parameter object Q ⊗ P: nothing is absorbed.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fitting morphism φ : D → 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Estimation, calibration, training, elicitation and authorship are different φ into one kind of thing.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1322705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1322705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1395857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In MAYA 0.3.0 — partly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1834769"/>
            <a:ext cx="5135727" cy="4410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Roles in the formula IR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input is a feature, a parameter or a constant (maya/formula/ir.py: input_contract, parameter_inputs).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Q ⊗ P, as alias namespacing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composite's one parameter set is namespaced by member alias (maya/formula/evaluate.py; tests/test_formula.py::test_composite_union_maturity_seeds_and_eval).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Points of P are not versions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Parameter sets version separately from model versions; several may exist for one version (specification §8.4, §8.6).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TRAINABILITY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The paper derives nine classes; MAYA derives one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Model kinds in MAYA are declared, not derived: formula, black_box, composite, vendor (maya/services/models.py). Only the T0 row is computed, and permissively: a model with no closed-form body passes as non-trainable whatever parameters it declares (a finding of the paper, not fixed).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9008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63825"/>
                <a:gridCol w="2727491"/>
                <a:gridCol w="5545898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 and φ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 MAYA 0.3.0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100939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T0 Analytical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 terminal; nothing to fit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Partly: derived — a model with no parameter inputs takes an execution warrant directly (maya/services/execution.py); no committed test exercises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T1–T3 Calibrated, estimated, learned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solver, an estimator, a training run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Not distinguished: all need a training warrant and an approved parameter set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T4 Adaptive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 moves in production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Not implemented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T5 Configured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Base model, prompt, corpus, tools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Not implemented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T6 Opaque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 exists and is unreachable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Partly: the declared kind vendor; what cannot be verified is marked (tests/test_vendor_models.py)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T7 Elicited, T8 Authored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panel's weights; a rule set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Not implemented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One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A ⊑ B, read “A can stand in for B”. Substitution, feature-set adequacy and composability are one comparison, and its meet is partial — informatively.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schema order and its lattice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Four questions, one relation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Aggregate risk does not compose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Provide everything the other provided, and be no fussier about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One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tests/test_warrants.py::test_contract_mismatch_is_refused_listing_every_attribute; tests/test_formula.py::test_composite_union_maturity_seeds_and_eval.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22705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22705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395857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In the paper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34769"/>
            <a:ext cx="5135727" cy="3843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⊑ B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field of B is in A, with the same type, nullable if B's is, and bounds at least as wide.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lattice on finite fragments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meet ⊓ widens shared fields; the join narrows; the empty schema is the top; there is no bottom.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meet is partial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Two schemas that give one name two types have no lower bound — so no feature set can serve both.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22705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22705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395857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In MAYA 0.3.0 — partly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34769"/>
            <a:ext cx="5135727" cy="3843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Feature set serves model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Presence and numeric type only, every miss listed; bounds and nullability are not compared (maya/services/warrants.py: validate_contract).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partial meet is deployed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composite's contract is the union of its members'; two members wanting one name at different types are refused, naming it (maya/formula/composite.py: union_contract).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Not implemented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join, the lattice laws as tests, and a type check on pipeline edges.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ONE 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Four questions the paper answers with one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One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86967"/>
          <a:ext cx="10637213" cy="255682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09323"/>
                <a:gridCol w="2909323"/>
                <a:gridCol w="4818567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 the order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 MAYA 0.3.0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May version v′ replace v?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in(v′) ⊑ in(v), outputs provided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Partly: each version bump is classified breaking, behavioral or additive (maya/services/catalog.py: change_class)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Does feature set F serve model k?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S(F) ⊑ in(k)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Partly: presence and numeric type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Does edge a → b compose?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out(a) ⊑ in(b)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Not implemented as a check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Can one F serve k₁ and k₂?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S(F) ⊑ in(k₁) ⊓ in(k₂)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Runs for composite members: the union contract, refused when the meet does not exist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AGGREGATE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The risk of the whole is not a function of the risks of the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One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 theorem is mathematics and needs no implementation. MAYA respects it by refusing to state a magnitude, not by computing 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22705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22705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395857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The theorem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34769"/>
            <a:ext cx="5135727" cy="3843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No compositional, fragility-sensitive risk assignment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Over any join-semilattice with two elements.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obstruction is the copy map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One curve feeding two pricers and two curves feeding one each have equal constituent risks and unequal fragility.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So a correct aggregate is at best lax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Report the join and attribute the difference to what is shared.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22705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22705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395857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In MAYA 0.3.0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34769"/>
            <a:ext cx="5135727" cy="3843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No aggregate risk number is computed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Which is what the theorem says cannot honestly be done.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What composes is an order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composite's maturity is capped at its lowest member's, and the blocking members are named (maya/formula/composite.py: capped_maturity).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Shared dependency is visible, not scored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Lineage edges answer what depends on what (specification §19).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One operator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The point-in-time read as an operator, AsOf(R, ℓ, a), whose knowledge bound is min(ℓ, a). Its fourth property — saturation at the label — is reproducibility.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Two clocks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The operator and its four properties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What MAYA implements instead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A worked restatement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OPERATOR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1C1E"/>
                </a:solidFill>
                <a:latin typeface="Georgia"/>
              </a:rPr>
              <a:t>Use the latest fact true by the decision date and known by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One operator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 paper proves the relation: where the certificate is clean, the cut returns exactly AsOf's row; a later rebuild is reproducible or refused. Tests: test_sc11_point_in_time_after_restatement, test_leakage_certificate_refuses_late_knowledge.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38770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38770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1192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In the paper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50834"/>
            <a:ext cx="5135727" cy="3827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Adm(R, ℓ, a)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Rows with event ≤ ℓ and knowledge ≤ min(ℓ, a); AsOf picks the latest of them.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Four properties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Idempotent; commutes with projection; monotone in a; saturating: for every a ≥ ℓ the read is the read at ℓ.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Saturation is reproducibility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row re-assembled a year later is the row assembled originally, whatever arrived since.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38770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38770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1192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In MAYA 0.3.0 — partly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50834"/>
            <a:ext cx="5135727" cy="3827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scalar knowledge cut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Rows known after as_of_known are dropped, then the latest knowledge per key wins (maya/resolution/resolver.py: bitemporal_cut).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certificate, not a selection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signed leakage certificate checks each row's knowledge time ≤ its event date + lag, and refuses unjustified exceptions.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Reproducibility by pinning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pin freezes the bytes and records its as_of_known; saturation is not what delivers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C1C1E"/>
                </a:solidFill>
                <a:latin typeface="Georgia"/>
              </a:rPr>
              <a:t>Accounts dated 31 March, filed 20 May, restated in August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One operator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70901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A borrower's debt-service ratio: 1.20 as filed, 0.40 as restated. A decision was taken on 15 June. Both rows are true and both are kept, with one event time and two knowledge times.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 difference is the point of the slide: the operator constructs the right row, while MAYA detects the wrong one and relies on the pin and a recorded knowledge instant to keep the right one.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2024443"/>
          <a:ext cx="10637214" cy="21069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18487"/>
                <a:gridCol w="6818727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returns for the June 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One clock (latest value)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0.40 — a number that exists because the default happened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The paper's AsOf, at any later date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1.20, and still 1.20 when rebuilt in 2028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MAYA, pinned with as_of_known = 15 June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1.20, frozen in the pin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MAYA, resolved later with as_of_known after August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0.40 — and the leakage certificate, with a 60-day lag, flags the August row and refuses it unless justified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One polynomial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Annotate evidence with the free commutative semiring ℕ[X], and every question about what a claim rests on becomes a pushforward along a homomorphism.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8C0"/>
                </a:solidFill>
                <a:latin typeface="Calibri"/>
              </a:rPr>
              <a:t>IN THIS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Universality of ℕ[X]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What MAYA computes instead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A negative result, and where it bites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 THE PAPER — NOT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One traversal, a different question for each semiring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One polynomial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 0.3.0 has no evidence derivation structure and no semiring evaluation. Lineage is recorded as typed edges (specification §19); nothing evaluates it as a polynomial.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32644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491"/>
                <a:gridCol w="2909323"/>
                <a:gridCol w="5000400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Semiring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⊕, ⊗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Question answered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𝔹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∨, ∧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Is the claim supported at all?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ℕ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+, ×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How many independent derivations support it?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PosBool(X)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absorptive ∪, pairwise ∪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Which minimal evidence sets suffice?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ℕ[X]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+, ×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Exactly how was it derived?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([0,1], max, ×)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max, ×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With what confidence?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(ℝ⁺ ∪ {∞}, min, +)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min, +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At what least cost can a gap be closed?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 MAYA 0.3.0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Three valuations over what a derivation rests 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One polynomial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 finding was made while writing the paper and is not fixed in 0.3.0. The repair the paper gives: adjoin a fresh zero meaning no derivation, and a missing annotation stops reading as no restriction.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Implemented —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Licence terms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most restrictive over the leaf sources (maya/security/licence.py: combine; tests/test_custody.py).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Non-causality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True if any operand is non-causal (maya/resolution/algebra.py).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Knowledge clock of a feature-set row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maximum of its members' knowledge times (maya/resolution/featureset.py).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And the negative result, in 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(max, max) is not a semiring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Its zero does not annihilate, so a missing annotation behaves as the identity.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MAYA shows the same shape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An undeclared licence counts as unrestricted; a null knowledge time is ignored.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finding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project, compose, coalesce, aggregate, resample and case drop the knowledge-time column: rows of such derived features carry none, and the certificate cannot examine them.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MUST STILL BE DECLARED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C1C1E"/>
                </a:solidFill>
                <a:latin typeface="Georgia"/>
              </a:rPr>
              <a:t>Derived, declared with an oracle, or irreducibly declared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One polynomial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70901"/>
          <a:ext cx="10637214" cy="435070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491"/>
                <a:gridCol w="3818487"/>
                <a:gridCol w="4091236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Construction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 the paper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 MAYA 0.3.0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Tiering and control adequacy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monotone τ; a Galois connection between tiers and controls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Not implemented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Regimes as institutions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satisfaction condition as a test of an encoding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Not implemented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100939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Contracts (A, G)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Operating boundary A, performance envelope 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Partly, as covenants: a breach suspends the warrant (tests/test_security_regressions.py::test_each_covenant)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Probe-relative identity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Equivalence is as strong as the probe set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Partly: spec–code conformance on sampled inputs, and sampled agreement is not proof (maya/formula/conformance.py)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Fibrations; rule-set reachability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Evidence indexed by kind; shadowed rules decided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Not implemented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Approval, validation, residual risk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Irreducibly declared: they constitute the standard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Declared by an accountable person, recorded in workflow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machine may generate wherever acceptance is checked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One polynomial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If an output can be checked by an oracle, the generator's error rate decides throughput, not correctness. Where a fact constitutes the standard, there is nothing to check it against.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 assistant never approves, blocks or writes to a sealed object; the reviewer records whether they agreed (tests/test_assistant.py::test_submission_queues_a_memo_that_cannot_block_or_edit). Its Claude provider is tested against a stub only.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2040509"/>
          <a:ext cx="10637214" cy="336267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72989"/>
                <a:gridCol w="3272989"/>
                <a:gridCol w="4091236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Oracle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 MAYA 0.3.0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2661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Bind a feature set to a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The contract check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Runs (validate_contract)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Assemble training data without look-ahead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The leakage certificate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Runs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Lift a spreadsheet into the IR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The workbook's results and LibreOffice Calc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Runs (tests/test_spreadsheet*.py)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Reproduce a result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The bundle's verify.py, re-executing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Runs (tests/test_sdk_modes.py)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Code matches the documented mathematics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Sampled conformance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Partly: sampled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761422"/>
                          </a:solidFill>
                          <a:latin typeface="Calibri"/>
                        </a:rPr>
                        <a:t>Conclude a validation; approve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None exists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C1C1E"/>
                          </a:solidFill>
                          <a:latin typeface="Calibri"/>
                        </a:rPr>
                        <a:t>A person, with the assistant's memo as a recorded challenge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REGISTER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What the paper claims, and what MAYA 0.3.0 executes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One polynomial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86967"/>
          <a:ext cx="10637214" cy="479507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00320"/>
                <a:gridCol w="3272989"/>
                <a:gridCol w="336390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Construction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Parameters separate from the kernel; Q ⊗ P for composites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maya/formula/ir.py, evaluate.py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Trainability classes T0–T8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Partly: T0 derived, T6 declared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maya/services/execution.py, models.py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Schema order, lattice, four questions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Partly: contract check, partial meet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maya/services/warrants.py, formula/composite.py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No compositional aggregate risk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Respected: no number computed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formula/composite.py: capped_maturity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AsOf with min(ℓ, a) and saturation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Partly: scalar cut and certificate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maya/resolution/resolver.py, services/warrants.py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Provenance over ℕ[X]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Not implemented; three support valuations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maya/security/licence.py, resolution/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Tiering, institutions, fibrations, rule sets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Not implemented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Contracts; the automation boundary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Partly: covenants. Runs: the recorded challenger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services/execution.py, maya/assistant/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1C1E"/>
                </a:solidFill>
                <a:latin typeface="Georgia"/>
              </a:rPr>
              <a:t>What would falsify the account, and what the implementation does not show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One polynomial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11884"/>
            <a:ext cx="10637215" cy="4633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No implementation study: a large test suite shows a system is internally consistent, not that building on this foundation is easier. There is no user evaluation and no deployment at a supervised institution.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The derivations still read declarations — IR roles, knowledge times, licence terms. The declared surface shrinks; it does not vanish.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Much of the theory is not implemented in 0.3.0, and the slides say which. Availability of a construction in the paper is not evidence of its use.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The account is falsified by an artefact class that is not a (P, φ) pair without distortion, a question about fit that is not an instance of ⊑, or practitioners who cannot act on the refusals it produces.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A definition, an order, an operator and a polynomial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One polynomial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Paper: docs/research/models-as-parametric-kernels.tex (CC BY-NC-ND 4.0, docs/research/LICENSE). Not legal, regulatory or financial advice (NOTICE §4).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291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What kind of artefact this is derives from how its parameter object is inhabited — in MAYA, only the analytical case is computed so far.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Whether one thing fits where another did derives from one order — in MAYA, a contract check and a partial meet that refuses by name.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What a training row could have known derives from an operator — in MAYA, a knowledge cut, a signed certificate and a pin.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What a claim rests on derives from a polynomial — in MAYA, three valuations over the sources, and a gap this paper found.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Where a fact constitutes the standard, it stays declared, by someone accountable — and that is where the machine stops.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as Parametric Kernels — Concepts and Formalism</dc:title>
  <dc:subject>The theory behind MAYA, and what version 0.3.0 implements of it</dc:subject>
  <dc:creator>Ashutosh Sinha</dc:creator>
  <cp:keywords>MAYA; model risk; governance</cp:keywords>
  <dc:description>Copyright (c) 2026 Ashutosh Sinha. All rights reserved.</dc:description>
  <cp:lastModifiedBy>Ashutosh Sinha</cp:lastModifiedBy>
  <cp:revision>1</cp:revision>
  <dcterms:created xsi:type="dcterms:W3CDTF">2026-09-19T12:00:00Z</dcterms:created>
  <dcterms:modified xsi:type="dcterms:W3CDTF">2026-09-19T12:00:00Z</dcterms:modified>
  <cp:category/>
</cp:coreProperties>
</file>