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54864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393192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82296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8C0"/>
                </a:solidFill>
                <a:latin typeface="Calibri"/>
              </a:rPr>
              <a:t>SYSTEM DESIGN  ·  VERSION 0.3.0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80160"/>
            <a:ext cx="9573493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Features, feature sets, models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and the warrants that bind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971800"/>
            <a:ext cx="155448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90416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6E6E9"/>
                </a:solidFill>
                <a:latin typeface="Calibri"/>
              </a:rPr>
              <a:t>MAYA — Model &amp; AI Lifecycle Assurance.  How it is built, and what proves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43400"/>
            <a:ext cx="531860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C1C1E"/>
                </a:solidFill>
                <a:latin typeface="Georgia"/>
              </a:rPr>
              <a:t>Ashutosh Sinha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A51C30"/>
                </a:solidFill>
                <a:latin typeface="Calibri"/>
              </a:rPr>
              <a:t>September 2026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MAYA 0.3.0 · specification revision 2.3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4080" y="4297680"/>
            <a:ext cx="468037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A51C30"/>
                </a:solidFill>
                <a:latin typeface="Calibri"/>
              </a:rPr>
              <a:t>IN THIS DECK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1   </a:t>
            </a:r>
            <a:r>
              <a:rPr sz="1200" b="0">
                <a:solidFill>
                  <a:srgbClr val="4A4F57"/>
                </a:solidFill>
                <a:latin typeface="Calibri"/>
              </a:rPr>
              <a:t>The shape of the thing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2   </a:t>
            </a:r>
            <a:r>
              <a:rPr sz="1200" b="0">
                <a:solidFill>
                  <a:srgbClr val="4A4F57"/>
                </a:solidFill>
                <a:latin typeface="Calibri"/>
              </a:rPr>
              <a:t>Features and feature sets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3   </a:t>
            </a:r>
            <a:r>
              <a:rPr sz="1200" b="0">
                <a:solidFill>
                  <a:srgbClr val="4A4F57"/>
                </a:solidFill>
                <a:latin typeface="Calibri"/>
              </a:rPr>
              <a:t>Storage and the hash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4   </a:t>
            </a:r>
            <a:r>
              <a:rPr sz="1200" b="0">
                <a:solidFill>
                  <a:srgbClr val="4A4F57"/>
                </a:solidFill>
                <a:latin typeface="Calibri"/>
              </a:rPr>
              <a:t>Models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5   </a:t>
            </a:r>
            <a:r>
              <a:rPr sz="1200" b="0">
                <a:solidFill>
                  <a:srgbClr val="4A4F57"/>
                </a:solidFill>
                <a:latin typeface="Calibri"/>
              </a:rPr>
              <a:t>Warrants and evidence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6   </a:t>
            </a:r>
            <a:r>
              <a:rPr sz="1200" b="0">
                <a:solidFill>
                  <a:srgbClr val="4A4F57"/>
                </a:solidFill>
                <a:latin typeface="Calibri"/>
              </a:rPr>
              <a:t>Governance, platform and what is not built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System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C0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The shape of the 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6E6E9"/>
                </a:solidFill>
                <a:latin typeface="Calibri"/>
              </a:rPr>
              <a:t>Three kinds of object, one spine, and eight principles that decide every design choice after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B8C0"/>
                </a:solidFill>
                <a:latin typeface="Calibri"/>
              </a:rPr>
              <a:t>IN THIS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Definition, version, pin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The spine end to end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Eight principles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DOMAIN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Every object is a definition, a version or a pin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1 · The shape of the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A version freezes how; a pin freezes what. A bare name resolves to the latest approved version, and MAYA logs that resolution, so “latest” never hides in an audit trail (specification §4).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3" cy="24470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54661"/>
                <a:gridCol w="5818647"/>
                <a:gridCol w="3363905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Addressed as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named, mutable-in-draft description of how something is produced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maya://feature/adj_close_yhoo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78447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An immutable snapshot of a definition, minted when its definition hash changes; classified breaking, behavioral or additive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maya://feature/adj_close_yhoo@v3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78447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Pin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An immutable materialization of a version: values computed, written to the lake, sealed, never recomputed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maya://feature/adj_close_yhoo#eom_2026_03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Source to bundle, through every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1 · The shape of the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155950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0047"/>
            <a:ext cx="119374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Files, read-only SQL, a sandboxed Python producer, or derived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2781" y="1386967"/>
            <a:ext cx="155950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2781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5661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5661" y="1900047"/>
            <a:ext cx="119374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F57"/>
                </a:solidFill>
                <a:latin typeface="Calibri"/>
              </a:rPr>
              <a:t>Definition and versions; pinned into the lake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64181" y="225564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408322" y="1386967"/>
            <a:ext cx="155950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8322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1202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Feature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1202" y="2157095"/>
            <a:ext cx="1193749" cy="839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F57"/>
                </a:solidFill>
                <a:latin typeface="Calibri"/>
              </a:rPr>
              <a:t>Attribute mapping and alignment; pinned with every member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79722" y="225564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23863" y="1386967"/>
            <a:ext cx="155950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3863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6743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6743" y="1900047"/>
            <a:ext cx="119374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F57"/>
                </a:solidFill>
                <a:latin typeface="Calibri"/>
              </a:rPr>
              <a:t>Formula IR, code, parameters, LaTeX specification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95263" y="225564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039404" y="1386967"/>
            <a:ext cx="155950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9404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2284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Warrants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2284" y="1900047"/>
            <a:ext cx="119374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F57"/>
                </a:solidFill>
                <a:latin typeface="Calibri"/>
              </a:rPr>
              <a:t>Training, then parameter set, then execution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10804" y="225564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854946" y="1386967"/>
            <a:ext cx="155950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54946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37826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Bundle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7826" y="1900047"/>
            <a:ext cx="1193749" cy="1096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Signed; verifies and re-executes offline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26346" y="225564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7240" y="3334639"/>
            <a:ext cx="10637215" cy="2910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The whole spine runs through the web UI, the REST API, the Python SDK and the CLI — and the UI is itself an SDK client.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Features and feature sets are closed under their operators: a derived object is an ordinary object and re-enters the same flow.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A composite model is an ordinary model: one warrant over one feature set, however many members it 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Eight rules that bind every design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1 · The shape of the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Specification §1. Principles 6 and 7 are enforced by gates in tools/ci/, not by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2535859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25358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551559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07591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Definitions are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13127"/>
            <a:ext cx="2170099" cy="100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Data is a consequence, materialized only when asked.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7691" y="1386967"/>
            <a:ext cx="2535859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7691" y="1386967"/>
            <a:ext cx="25358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0571" y="1551559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0571" y="1807591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Immutability is earned by pinning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0571" y="2413127"/>
            <a:ext cx="2170099" cy="100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Anything pinned is frozen; nothing else claims to be reproducible.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8143" y="1386967"/>
            <a:ext cx="2535859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8143" y="1386967"/>
            <a:ext cx="25358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1023" y="1551559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1023" y="1807591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Everything meaningful is versioned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1023" y="2549683"/>
            <a:ext cx="2170099" cy="8732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Features, sets, models, parameters, warrants, policies, documents.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595" y="1386967"/>
            <a:ext cx="2535859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78595" y="1386967"/>
            <a:ext cx="25358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475" y="1551559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475" y="1807591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Resolution is deterministic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475" y="2413127"/>
            <a:ext cx="2170099" cy="100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Byte-identical output, or MAYA reports why it cannot.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715575"/>
            <a:ext cx="2535859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715575"/>
            <a:ext cx="25358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880167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136199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Authorization is on objects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741735"/>
            <a:ext cx="2170099" cy="100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 role opens a door; an ACL decides which rooms.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7691" y="3715575"/>
            <a:ext cx="2535859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7691" y="3715575"/>
            <a:ext cx="25358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0571" y="3880167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60571" y="4136199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One door to the 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0571" y="4741735"/>
            <a:ext cx="2170099" cy="100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No SQLAlchemy outside maya.persistence; a gate fails the build.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8143" y="3715575"/>
            <a:ext cx="2535859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8143" y="3715575"/>
            <a:ext cx="25358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61023" y="3880167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61023" y="4136199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Small, replaceable parts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1023" y="4741735"/>
            <a:ext cx="2170099" cy="100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No non-UI file over 1,500 code lines.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78595" y="3715575"/>
            <a:ext cx="2535859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78595" y="3715575"/>
            <a:ext cx="253585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61475" y="3880167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61475" y="4136199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C1C1E"/>
                </a:solidFill>
                <a:latin typeface="Georgia"/>
              </a:rPr>
              <a:t>The platform never silently guesses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61475" y="4725670"/>
            <a:ext cx="2170099" cy="1025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Missing data, ambiguous joins and drift raise typed, explainable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C0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FFFFF"/>
                </a:solidFill>
                <a:latin typeface="Georgia"/>
              </a:rPr>
              <a:t>Features and feature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6E6E9"/>
                </a:solidFill>
                <a:latin typeface="Calibri"/>
              </a:rPr>
              <a:t>A feature is a governed, bitemporal dataset from one source. A feature set is a view over features that stores no data of its own until it is pinned.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B8C0"/>
                </a:solidFill>
                <a:latin typeface="Calibri"/>
              </a:rPr>
              <a:t>IN THIS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Anatomy and the two clocks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Sources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Resolution rules and the fill report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The feature algebra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Feature sets: mapping, alignment, precedence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Pinning, cascade and materialization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A feature version, and its two clocks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Features and feature 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maya/resolution/resolver.py applies the knowledge-time cut first, then the latest knowledge per key, then the grid, then the rules.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Anatomy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Identity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Name, namespace, owner, tags, description.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Schema and index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Typed attributes, units and semantic tags; the index is required and immutable within a lineage.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Source binding, resolution policy, transformation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How rows arrive and how gaps are filled.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Quality contract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Checks that run on every resolution and always on pin; a failure blocks the pin.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Bitemporal by 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Event time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date a value is about; part of the index.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Knowledge time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instant MAYA could first have known it.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 restatement is a new row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Never an overwrite, so “what did we know on 31 March” is a filter.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Proved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tests/test_features.py::test_sc11_point_in_time_after_restatement; tests/test_properties.py::test_a_restatement_never_overwrites.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Where a feature's rows come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Features and feature 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641848"/>
            <a:ext cx="41148" cy="603503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41848"/>
            <a:ext cx="1036289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maya/services/sources.py and maya/services/feature_data.py. Uploads and pulls land in the bitemporal ingest log with a knowledge time. The catalog also accepts a delta source, read through at resolution and stamped with the current time; no test in the suite exercises it.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37911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45578"/>
                <a:gridCol w="5000400"/>
                <a:gridCol w="4091236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 0.3.0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Proved by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78447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csv, parquet, json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Uploaded files, content-addressed; the inferred schema is a proposal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tests/test_features.py, tests/test_cli.py::test_quick_upload_and_restatement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sql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read-only query on an admin-managed connection, typed parameters bound, never interpolated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tests/test_sql_source.py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producer run in the sandbox; escape hatch that needs approval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tests/test_python_source.py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78447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An algebra expression over other feature versions or pins, kept in lineage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tests/test_features.py::test_derived_union_and_inheritance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78447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unsupported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Anything else is refused by name, never approximated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tests/test_features.py::test_unsupported_source_is_refused_by_name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Declarative gap filling, bounded and reported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Features and feature 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Grid and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99031"/>
            <a:ext cx="5135727" cy="434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Grid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as_is, or a shipped calendar: NYSE, LSE, TARGET, ISO business days, natural days.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Rules per attribute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none, forward_fill, backward_fill, linear_interp, spline_interp, constant, mean_of_window, last_known_as_of, zero, previous_period.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Bounded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forward_fill takes a limit and a max_age; beyond either the value stays null.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Non-causal rules are marked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backward_fill and the interpolations consume the future; inside a training set they need a written justification.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What every run emits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899031"/>
            <a:ext cx="5135727" cy="434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 fill report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Rows filled per rule and the longest fill run, stored with the pin.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Grouped, vectorised rules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maya/resolution/grouped.py; equal to the per-group rules on 96 randomised cases (tests/test_resolution_grouped.py).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Quality contracts that block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tests/test_features.py::test_quality_contract_blocks_the_pin.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SC-5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Warm p95 0.98 s without rules, 6.1 s with forward fill on all 50 attributes (docs/BENCHMARKS.md).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FEATURE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39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C1E"/>
                </a:solidFill>
                <a:latin typeface="Georgia"/>
              </a:rPr>
              <a:t>Twelve operators, each yielding a definition rather than a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94689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Features and feature 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maya/resolution/algebra.py. Typed at definition time; non-causality propagates; a canonical derivation hash lets MAYA refuse an algebraically identical near-copy. Inheritance (extends) stores a diff, not a copy; the default parent binding is pinned.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22705"/>
          <a:ext cx="10637212" cy="277628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54661"/>
                <a:gridCol w="3863945"/>
                <a:gridCol w="1454661"/>
                <a:gridCol w="3863945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Produces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Produces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project π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subset of attributes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compose ⋈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Attributes of both, aligned on the index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rename ρ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Same data, renamed attributes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coalesce ⊕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First non-null across ordered inputs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transform τ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derived feature by pipeline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aggregate γ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coarser index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union ∪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Rows of both, collisions by policy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lag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Values shifted by n periods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intersect ∩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Rows whose index is in both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resample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new frequency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difference ∖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Rows of the first absent from the second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case σ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Row-wise selection between inputs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FEATURE 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A view: attributes mapped from members, on one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Features and feature 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maya/resolution/featureset.py; tests/test_resolution_algebra.py::test_featureset_precedence_layers_and_broadcast and ::test_featureset_refuses_unaggregated_extra_index.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Mapping and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Attribute mapping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Each attribute names its member, the source attribute, an optional cast and overrides.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Alignment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inner, outer, left(member), or asof with a tolerance and direction.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Broadcast, stated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narrower member index is broadcast and the plan says so.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Refused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member index with columns the set lacks, unless an aggregation is declared.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Precedence, shown per attribute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1  Attribute-level override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2  Member-group override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3  The set's global policy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4  Inherited policy, nearest ancestor first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5  The member feature's own policy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6  System default: leave null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PINNING A FEATURE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Every member pinned, or none of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Features and feature 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Under on_demand or never, a pin is only as readable as its replay: a later MAYA that resolved its inputs differently by one byte would fail the read with integrity_error rather than serve other numbers (README, “Not yet”).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86967"/>
            <a:ext cx="10637215" cy="42914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A set refuses to pin unless every member is pinned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Cascade pin pins each unpinned member under one name and date, in one transaction; any quality failure rolls the whole cascade back (tests/test_featureset_proofs.py, forty members).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Materialization is the namespace's materialize_policy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always (the default) writes the resolved frame; on_demand and never seal the pin by the hash of its output and replay it from the member pins, serving it only if the replay reproduces that hash (tests/test_materialization.py).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Withheld, never dropped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A set resolved by someone who cannot read a member returns that attribute named and null.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Equivalence detected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project(extend(S)) and the directly written set hash identically, and the second is refused as a near-copy.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C0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Storage and the hash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6E6E9"/>
                </a:solidFill>
                <a:latin typeface="Calibri"/>
              </a:rPr>
              <a:t>Three stores, each with one job. The content hash is computed over MAYA's own canonical form, so it means the same thing on every machine that computes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B8C0"/>
                </a:solidFill>
                <a:latin typeface="Calibri"/>
              </a:rPr>
              <a:t>IN THIS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Content-addressed fragments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The canonical hash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maya_delta and its two backends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Dependency seams: three polarities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CONTENT-ADDRESSED MATERIALIZATION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A pin is a manifest of fragments, not a 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3 · Storage and the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Fragments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99031"/>
            <a:ext cx="5135727" cy="434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Boundaries by content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rolling hash over the rows, so one inserted row leaves every earlier fragment untouched (maya/core/chunker.py).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Shared across pins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Pinning writes only fragments the store has never seen.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SC-12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An unchanged month costs its delta, under 5% of a full pin (tests/test_features.py::test_sc12_unchanged_month_costs_under_five_percent).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The canonical hash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899031"/>
            <a:ext cx="5135727" cy="434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Over canonical Arrow values, not file bytes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Column order ignored; any changed value noticed (tests/test_properties.py).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MAYA's own encoder is authoritative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maya/core/canonical.py defines the hash; canonical_fast.py computes it a column at a time and is tested equal (tests/test_canonical_fast.py).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SC-1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re-pin is byte-identical and changed data is not (tests/test_features.py).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LAKEHOUSE AND SEAMS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maya_delta, and the rule it is the first instance of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3 · Storage and the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641848"/>
            <a:ext cx="41148" cy="603503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41848"/>
            <a:ext cx="1036289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One resolver, maya/core/backends.py, settles every seam at startup; the resolved set is reported and written into every pin's provenance. maya_delta: one conformance suite on both backends, cross-backend reads, unsupported protocol features refused by name (tests/test_maya_delta.py, SC-16).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2672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491"/>
                <a:gridCol w="3636654"/>
                <a:gridCol w="4273069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Polarity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Examples in 0.3.0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78447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Type A: native preferred, pure fallback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Absence costs throughput, not capability; both sides tested against one contract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maya_delta (deltalake, or MAYA's own Delta protocol subset), JSON, frames, pushdown, compression, tz database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78447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Type B: MAYA's implementation authoritative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An accelerator that disagrees by one byte is a defect in the accelerator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The canonical encoder and the fragment chunker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78447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Type C: substitutable, never downgraded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Absence is a refusal with a named reason, never a quiet substitution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Signing, the sandbox, SSO (SAML without xmlsec fails at startup), object store, job queue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C0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Georgia"/>
              </a:rPr>
              <a:t>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6E6E9"/>
                </a:solidFill>
                <a:latin typeface="Calibri"/>
              </a:rPr>
              <a:t>A model is a compute kernel with four faces versioned together: its mathematics, its code, its parameters and its specification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B8C0"/>
                </a:solidFill>
                <a:latin typeface="Calibri"/>
              </a:rPr>
              <a:t>IN THIS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The formula IR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Code artifacts and the sandbox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Specification documents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Composite models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Spreadsheets and vendor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FORMULA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Mathematics as a typed expression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4 ·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maya/formula/: ir.py, parse.py, latex.py, evaluate.py, diff.py, codegen.py. A model version is minted when the IR hash, the artifact hash or the input contract 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Written three ways, stored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Parsed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From a LaTeX-like expression, with errors that name the position.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Lifted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From an uploaded Python function by AST analysis (maya/formula/pylift.py), or from a workbook.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Roles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Every input is a feature, a parameter or a constant; the parameters are what training fills.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Declared black box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Where there is no closed form, the IR records an opaque node with what the model estimates.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And then made to do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Rendered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LaTeX for the specification document.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Diffed mathematically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“The discount factor changed from continuous to simple compounding” (tests/test_formula.py::test_diff_detects_compounding_change).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Executed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An evaluator, and generated reference code tested equal to it (test_codegen_agrees_with_evaluate).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Hashed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LaTeX spelling ignored, mathematics not (test_hash_ignores_latex_but_not_math).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CODE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38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C1C1E"/>
                </a:solidFill>
                <a:latin typeface="Georgia"/>
              </a:rPr>
              <a:t>Six rungs, one refusal each, then a declared sandbox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42885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4 ·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641848"/>
            <a:ext cx="41148" cy="603503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41848"/>
            <a:ext cx="1036289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maya/formula/artifact.py, maya/security/sandbox.py. Tier strong on Linux only when a probe child fails to escape a bubblewrap jail with seccomp and a cgroup v2 scope; moderate or minimal otherwise, named on the health page and recorded on every artifact (tests/test_sandbox.py, tests/test_sandbox_linux.py).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70901"/>
          <a:ext cx="10637214" cy="23264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1992"/>
                <a:gridCol w="8455222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Rung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checks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1  Parse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The source parses; ruff runs where installed, and whether it ran is recorded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2  Entry point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The declared entry point matches the MayaModel interface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3  Import allowlist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Only numeric and data libraries (numpy, pandas, scipy, scikit-learn, …)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4  Static ban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No filesystem, process, network or dynamic-code use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5  Smoke run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In the sandbox, against a sample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6  Determinism probe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The smoke run twice, outputs compared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SPECIFICATION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A LaTeX document per model version, bound to the IR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4 ·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4858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Required sections block submission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Purpose, limitations, formulation, assumptions, data, calibration, validation, weaknesses, change log (tests/test_warrants.py::test_model_submission_is_blocked_by_an_incomplete_spec).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Formula blocks are bound to the IR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\mayaformula renders the mathematics from the IR, so the document cannot drift from the implementation.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True builds with Tectonic, labelled drafts without it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Without Tectonic, MAYA renders a watermarked draft; typeset.require_true_build forbids approval on a draft outside dev (maya/core/typeset.py, tests/test_typeset.py).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Air-gapped sites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Tectonic downloads its TeX bundle on first use, so an air-gapped server must be given a cached bundle.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COMPOSITE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A DAG of member models governed as one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4 ·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maya/formula/composite.py, maya/formula/evaluate.py; tests/test_formula.py::test_composite_union_maturity_seeds_and_eval. Decision D-8: one parameter set per composite.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3001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1992"/>
                <a:gridCol w="8455222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 0.3.0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Kinds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ensemble, pipeline, router, residual, hierarchical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One contract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The union of member contracts; two members wanting one name at different types is refused, naming the attribute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One parameter set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Namespaced by member alias (base.sigma); a member may borrow an approved set, frozen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Maturity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Capped at the lowest member's; the members blocking promotion are named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Reproducible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Per-member seeds derived from one seed; nesting capped at four; cycles refused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78447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bundle re-executes the composite (tests/test_sdk_modes.py::test_a_composite_model_is_re_executed_by_the_bundle_verifier)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MODELS THAT ALREADY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Spreadsheets and vendor models, under the same wrapper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4 ·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maya/formula/xlsx.py (tests/test_spreadsheet.py, tests/test_spreadsheet_libreoffice.py); maya/services/models.py (tests/test_vendor_models.py).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Spreadsheets as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Lifted into the IR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Arithmetic, standard functions, named cells and ranges, VLOOKUP and HLOOKUP over constant tables.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Everything else refused by cell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Never approximated.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Checked twice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Against the workbook's own cached results, and against LibreOffice Calc recalculating headless.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Not checked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Workbooks saved by Microsoft Excel.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Vendor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Kind vendor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declared input contract and the vendor's name, product, version and documentation.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same review and warrants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Contract validation, leakage certificate, checksum, sealing.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Unverifiable, marked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bundle says it cannot re-execute; blind scoring refuses by name.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Covenants are the control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They are the only one available for a black box.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C0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Warrants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6E6E9"/>
                </a:solidFill>
                <a:latin typeface="Calibri"/>
              </a:rPr>
              <a:t>A warrant is a named, versioned, permissioned licence to compute. The evidence around it is built to survive leaving the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B8C0"/>
                </a:solidFill>
                <a:latin typeface="Calibri"/>
              </a:rPr>
              <a:t>IN THIS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The training warrant and the checksum cycle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The leakage certificate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Escrowed holdout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Execution warrants and covenants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Bundles, offline use, custody and licences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TRAINING WARRANT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The checksum cycle that turns paperwork into a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5 · Warrants and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1922617" cy="1920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192261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1559"/>
            <a:ext cx="155685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Draw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0047"/>
            <a:ext cx="1556857" cy="1279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An approved model version plus a feature set; the contract is checked, listing every miss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5889" y="1386967"/>
            <a:ext cx="1922617" cy="1920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5889" y="1386967"/>
            <a:ext cx="192261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8769" y="1551559"/>
            <a:ext cx="155685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Certify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8769" y="1900047"/>
            <a:ext cx="1556857" cy="1279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 signed leakage certificate is issued with the warrant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27289" y="234708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34538" y="1386967"/>
            <a:ext cx="1922617" cy="1920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538" y="1386967"/>
            <a:ext cx="192261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7418" y="1551559"/>
            <a:ext cx="155685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7418" y="1900047"/>
            <a:ext cx="1556857" cy="1279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Train and validation only; who, when and the checksum are recorded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05938" y="234708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13188" y="1386967"/>
            <a:ext cx="1922617" cy="1920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3188" y="1386967"/>
            <a:ext cx="192261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6068" y="1551559"/>
            <a:ext cx="155685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Upload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6068" y="1900047"/>
            <a:ext cx="1556857" cy="1279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Parameters are checked against that checksum and the declared bounds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84588" y="234708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491837" y="1386967"/>
            <a:ext cx="1922617" cy="1920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91837" y="1386967"/>
            <a:ext cx="192261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717" y="1551559"/>
            <a:ext cx="155685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Seal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717" y="1900047"/>
            <a:ext cx="1556857" cy="1279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Approval by policy; referenced objects become undeletable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3237" y="234708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3517519"/>
            <a:ext cx="10637215" cy="2727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Parameters trained on data that did not match the checksum are flagged unverified_data and cannot be approved without an explicit override.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Proved end to end by tests/test_warrants.py::test_the_checksum_cycle_seal_score_execute_and_bundle and ::test_contract_mismatch_is_refused_listing_every_attribute.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LOOK-AHEAD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The leakage certificate and the escrowed holdout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5 · Warrants and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maya/services/warrants.py. The certificate checks rows the resolved frame carries a knowledge time for; a row with none is not examined.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Leakage certificate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rule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Every row's knowledge time is at or before its event date plus the declared lag.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Signed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Rows examined, violations with examples, and each exception with its justification.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Refused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An unjustified exception, or a non-causal fill without allow_non_causal.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Proved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tests/test_warrants.py::test_leakage_certificate_refuses_late_knowledge.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Escrowed holdout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default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test partition is materialized, hashed and never downloaded by a developer.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Blind scoring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MAYA scores uploaded parameters against it and returns metrics only.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Counted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Every scoring attempt is numbered on the warrant: twenty attempts against a holdout is overfitting.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one runtime exception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Decision D-4: MAYA does not run models, except to score.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EXECUTION WARRANTS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A live instrument, not a perpetual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5 · Warrants and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maya/services/execution.py; tests/test_security_regressions.py::test_each_covenant and ::test_execution_limits; tests/test_warrants.py::test_execution_limits_throttle_and_record_overage.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3001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63825"/>
                <a:gridCol w="8273389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Behaviour in 0.3.0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Drawn from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training warrant and an approved parameter set, or directly from a model with no parameter inputs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Environments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dev, uat, prod, each permitted explicitly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Covenants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input_null_rate, input_range, output_range, max_rows_per_day, staleness_days — a breach suspends the warrant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Limits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max_calls_per_day, max_rows_per_call, max_rows_per_day — these throttle and record overage, they do not suspend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Expiry and revocation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Every consuming call fails closed, naming the covenant or the person to contact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Offline use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Possible, and labelled unattested on the warrant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EVIDENCE THAT LEAVES THE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Bundles, custody and licences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5 · Warrants and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maya/services/bundle.py, maya/sdk/offline.py, maya/services/custody.py, maya/security/licence.py. An anchor is only as external as the file it is written 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Reproducibility bundle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Contents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Warrant, model and IR, reference code, parameters, the feature set pin's data and manifest, certificate, environment and backend set.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verify.py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Needs Python, pyarrow and numpy, nothing from MAYA; recomputes every hash and re-executes the model.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One changed byte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tampered bundle is refused before anything is read.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SC-2 rehearsed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warrant aged two years in the fixture is reproduced from its bundle (tests/test_sc2_aged_warrant.py).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Custody and licences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Hash-chained audit, anchored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chain head is signed and appended to a file and an event hourly; RFC 3161 is optional, and the TSA's signature is checked when its CA is configured.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Licence algebra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derivation inherits the most restrictive of its sources' terms; a breach is refused naming the source and the clause.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Proved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tests/test_custody.py.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616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C0"/>
                </a:solidFill>
                <a:latin typeface="Calibri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6169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Georgia"/>
              </a:rPr>
              <a:t>Governance and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383280"/>
            <a:ext cx="137160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6E6E9"/>
                </a:solidFill>
                <a:latin typeface="Calibri"/>
              </a:rPr>
              <a:t>Workflow as data, one authorization function, one door to the database, one client library — each held by a gate rather than by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802" y="1828800"/>
            <a:ext cx="3616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B8C0"/>
                </a:solidFill>
                <a:latin typeface="Calibri"/>
              </a:rPr>
              <a:t>IN THIS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7802" y="2194560"/>
            <a:ext cx="361665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Workflow and workspaces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Authorization and authentication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Architecture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Persistence without migrations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The gate ladder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6E6E9"/>
                </a:solidFill>
                <a:latin typeface="Calibri"/>
              </a:rPr>
              <a:t>What 0.3.0 does not build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Policy is data, governed like everything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6 · Governance and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maya/workflow/, maya/services/workspaces.py, maya/assistant/; tests/test_workflow_and_estate.py, tests/test_workflow_matrix.py, tests/test_delegation.py, tests/test_workspaces.py, tests/test_assistant.py.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The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One state machine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draft, in_review, changes_requested, approved, published, deprecated, retired, withdrawn.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Edit-time validation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An unreachable state or an unsatisfiable approval is refused before it is saved.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Governed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policy edit is versioned, diffed and approved; its YAML round-trips byte-identically.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Break-glass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Loud, permanent, reported; never silent.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Rehearsing a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Workspaces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copy-on-write branch of the catalog; approval is the merge, and a moved base is a conflict.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Shadow replay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Dependent execution warrants are re-run on the proposed change and the numeric shift is reported.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The recorded challenger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assistant's memo is attached to the review; it never approves, blocks or edits, and the reviewer records a response.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One authorization function, and who you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6 · Governance and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maya/security/authz.py, roles.py, conditions.py; maya/services/auth.py, sso.py. SC-7 checked as a full role × action × state matrix (tests/test_authz_matrix.py).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Authorization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can(principal, action, object)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Nothing in the UI, API, SDK or CLI bypasses it.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Eight roles as a ceiling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An ACL cannot grant what the role does not permit.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ACL order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Deny wins, then the most specific grant; separation of duties by namespace preset.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Grant conditions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Row filters, column masks and time bounds, applied on every path.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779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Passwords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KDF and its parameters are stored with each hash and rehash upward; lockout after repeated failures.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API keys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Scoped, environment-bound, expiring, revocable.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Single sign-on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OIDC or SAML 2.0, logout in both directions; TOTP and WebAuthn.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Principal cache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signed-in session's principal is reused for two seconds; a sign-out reaches other processes within that window.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A layered modular monolith with its boundaries enforced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6 · Governance and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maya/: core, config, persistence, security, resolution, formula, workflow, storage, services, jobs, assistant, observability, api, sdk, web, cli. maya_delta/ sits beside it with no MAYA domain knowledge.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345103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45658"/>
                <a:gridCol w="8091556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 holds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The UI is an SDK client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Nothing under maya.web imports anything but maya.sdk; a gate fails the build (tests/test_web.py::test_web_imports_only_the_sdk)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One door to the database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No sqlalchemy import outside maya.persistence (tools/ci/import_boundaries.py)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SDK and API in parity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Every endpoint has an SDK method and every method an endpoint (tools/ci/sdk_parity.py, SC-13)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Every table from one macro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Paginated, searchable, sortable; a crawler refuses any other table (tools/ci/table_contract.py)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One startup script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python run_maya_web.py; several web processes on one node require PostgreSQL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Jobs in the database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SKIP LOCKED on PostgreSQL, an in-process queue on SQLite; idempotent, cancellable, retried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Two generated schema files, and no migrations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6 · Governance and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4858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One typed metadata, two DDL files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maya/persistence/schema/sqlite.sql and postgresql.sql are generated from the SQLAlchemy models; a gate regenerates both and fails on any diff (SC-15).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A mismatched database is refused at startup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It is not upgraded in place (tests/test_workflow_and_estate.py::test_schema_mismatch_refuses_to_start).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The upgrade path is export, recreate, import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The estate export reads the database as it is, so it works across the schema change that needs it; a column it cannot fill is named.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SQLite by default, PostgreSQL by configuration, never mixed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The whole suite has run on both; PostgreSQL 16, 17 and 18 so far, not 14 or 15.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GATE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python tools/ci/gates.py — never a remembered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6 · Governance and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Each gate is shown to fail on a planted violation (tests/test_api_and_gates.py, tests/test_gate_ladder.py). The ladder runs locally and in the pre-commit hook; there is no hosted CI, by decision.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86967"/>
          <a:ext cx="10637214" cy="26665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1076"/>
                <a:gridCol w="8546138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Gates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100939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Static (every run)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ruff; mypy --strict on maya/services; file size; import boundaries; import cycles; public names per module; seam imports; SDK public symbols; version single source; no secrets; table contract; colour contrast; SDK↔API parity; UI↔SDK parity; API snapshot; protocol literals; bandit; schema drift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--tests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The full suite under a 90% line-coverage floor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--fallback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The suite with every Type A seam pinned to its fallback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--security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pip-audit and the sandbox escape tests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--bench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Benchmark regression over 10% needs a note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WHAT IS NOT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Promised, and not delivered by 0.3.0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6 · Governance and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README “Status” and “What's shipped”, and the plan's milestone status notes, state each of these where it was promised.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86967"/>
            <a:ext cx="10637215" cy="4492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SC-14: only Linux is exercised, by decision; the Windows and macOS code paths have never run.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SC-3: 200 users on one node is not met reliably (p95 0.34 s, 0.22 s, 0.43 s against 0.3 s).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SC-9: a new designer publishing a first model in under an hour has not been timed with a real person.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Most §24.3 capacity targets are unmeasured; SC-5 and search were measured on SQLite only.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No external security review; the restore drill has not been performed on a real deployment.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The Claude provider of the assistant is tested against a stub only; SAML back-channel (SOAP) logout is not supported.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A delta source is accepted by the catalog and has no test.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WHERE TO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Everything on these slides has a source you can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6 · Governance and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6967"/>
            <a:ext cx="10637215" cy="4858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Specification, revision 2.3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docs/MAYA_Requirements_and_Design.md — the authority.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Plan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docs/IMPLEMENTATION_PLAN.md — milestones, with what each delivered and did not.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Measurements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docs/BENCHMARKS.md, from the unedited results in docs/benchmarks/.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Decisions and procedures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docs/adr/ (twenty-eight records) and docs/runbooks/.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The theory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docs/research/models-as-parametric-kernels.tex, and the Concepts and Formalism deck.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Run it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python run_maya_web.py, then python -m maya.cli feature quick prices.csv.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MAYA — System Design</dc:title>
  <dc:subject>How MAYA 0.3.0 is built: features, feature sets, models, warrants, and the platform</dc:subject>
  <dc:creator>Ashutosh Sinha</dc:creator>
  <cp:keywords>MAYA; model risk; governance</cp:keywords>
  <dc:description>Copyright (c) 2026 Ashutosh Sinha. All rights reserved.</dc:description>
  <cp:lastModifiedBy>Ashutosh Sinha</cp:lastModifiedBy>
  <cp:revision>1</cp:revision>
  <dcterms:created xsi:type="dcterms:W3CDTF">2026-09-19T12:00:00Z</dcterms:created>
  <dcterms:modified xsi:type="dcterms:W3CDTF">2026-09-19T12:00:00Z</dcterms:modified>
  <cp:category/>
</cp:coreProperties>
</file>