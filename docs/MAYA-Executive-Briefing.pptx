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3,635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124 slides, chapter 26 is the case studies</a:t>
            </a:r>
          </a:p>
          <a:p>
            <a:pPr>
              <a:lnSpc>
                <a:spcPct val="122000"/>
              </a:lnSpc>
              <a:spcBef>
                <a:spcPts val="0"/>
              </a:spcBef>
              <a:spcAft>
                <a:spcPts val="800"/>
              </a:spcAft>
            </a:pPr>
            <a:r>
              <a:rPr sz="1200" b="0" i="0">
                <a:solidFill>
                  <a:srgbClr val="F6E6E9"/>
                </a:solidFill>
                <a:latin typeface="Calibri"/>
              </a:rPr>
              <a:t>case_studies/ — eleven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