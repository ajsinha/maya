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Connectors to MLflow, Unity Catalog and git. Bulk import exists; models already in an ML platform are entered by hand.
Discovery. The inventory is what somebody registered — it finds nothing nobody declared.
Asymmetric warrant signatures. Verifying a warrant today means holding the key that could mint one; this is the largest gap.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3,635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1856382"/>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Asymmetric signatures;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A warrant can be verified by somebody who could not mint one</a:t>
                      </a:r>
                    </a:p>
                  </a:txBody>
                  <a:tcPr marL="82296" marR="64008" marT="32004" marB="32004" anchor="ctr">
                    <a:solidFill>
                      <a:srgbClr val="F6F3EF"/>
                    </a:solidFill>
                  </a:tcPr>
                </a:tc>
              </a:tr>
            </a:tbl>
          </a:graphicData>
        </a:graphic>
      </p:graphicFrame>
      <p:sp>
        <p:nvSpPr>
          <p:cNvPr id="11" name="TextBox 10"/>
          <p:cNvSpPr txBox="1"/>
          <p:nvPr/>
        </p:nvSpPr>
        <p:spPr>
          <a:xfrm>
            <a:off x="777240" y="3502304"/>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125 slides, chapter 26 is the case studies</a:t>
            </a:r>
          </a:p>
          <a:p>
            <a:pPr>
              <a:lnSpc>
                <a:spcPct val="122000"/>
              </a:lnSpc>
              <a:spcBef>
                <a:spcPts val="0"/>
              </a:spcBef>
              <a:spcAft>
                <a:spcPts val="800"/>
              </a:spcAft>
            </a:pPr>
            <a:r>
              <a:rPr sz="1200" b="0" i="0">
                <a:solidFill>
                  <a:srgbClr val="F6E6E9"/>
                </a:solidFill>
                <a:latin typeface="Calibri"/>
              </a:rPr>
              <a:t>case_studies/ — thirteen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